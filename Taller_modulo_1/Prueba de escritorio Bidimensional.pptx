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Prueba de Escritorio (Muestra 3x3)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Iteración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 (i)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 (j)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Nota [i][j]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suma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promedio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mayor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menor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E1 - 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E1 - 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E1 - 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E2 - 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E2 - 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E2 - 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Identificación de Variables de Acumulación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suma (Tipo: double)</a:t>
            </a:r>
            <a:br/>
            <a:r>
              <a:t>  - Ubicación: Funciones 'promedioEstudiantes', 'promedioEvaluaciones' y 'mejorEstudiante'.</a:t>
            </a:r>
            <a:br/>
            <a:r>
              <a:t>  - Propósito: Acumula la suma de las notas mediante la operación (suma = suma + notas[i][j]) para posteriormente calcular el promedio.</a:t>
            </a:r>
            <a:br/>
            <a:r>
              <a:t>  - Reinicio: Se reinicia a 0 en cada iteración del ciclo externo.</a:t>
            </a:r>
            <a:br/>
            <a:br/>
            <a:r>
              <a:t>• mayor / menor (Tipo: double)</a:t>
            </a:r>
            <a:br/>
            <a:r>
              <a:t>  - Ubicación: Funciones 'notaMasAlta' y 'notaMasBaja'.</a:t>
            </a:r>
            <a:br/>
            <a:r>
              <a:t>  - Propósito: Acumulan y conservan el valor extremo (máximo o mínimo) encontrado al comparar elemento a elemento en la matriz.</a:t>
            </a:r>
            <a:br/>
            <a:br/>
            <a:r>
              <a:t>• mayorPromedio (Tipo: double)</a:t>
            </a:r>
            <a:br/>
            <a:r>
              <a:t>  - Ubicación: Función 'mejorEstudiante'.</a:t>
            </a:r>
            <a:br/>
            <a:r>
              <a:t>  - Propósito: Guarda el valor del promedio más alto calculado hasta el momento para determinar cuál estudiante obtuvo el mejor rendimiento.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Complejidad Temporal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Análisis por Funciones:</a:t>
            </a:r>
            <a:br/>
            <a:r>
              <a:t>  - ingresarNotas / mostrarNotas: O(N * M) -&gt; 10 * 6 = 60 operaciones.</a:t>
            </a:r>
            <a:br/>
            <a:r>
              <a:t>  - promedioEstudiantes: O(N * M) -&gt; Recorre filas y luego columnas.</a:t>
            </a:r>
            <a:br/>
            <a:r>
              <a:t>  - promedioEvaluaciones: O(M * N) -&gt; Recorre columnas y luego filas.</a:t>
            </a:r>
            <a:br/>
            <a:r>
              <a:t>  - notaMasAlta / notaMasBaja: O(N * M) -&gt; Revisa cada celda de la matriz.</a:t>
            </a:r>
            <a:br/>
            <a:r>
              <a:t>  - mejorEstudiante: O(N * M) -&gt; Calcula promedio por fila y compara.</a:t>
            </a:r>
            <a:br/>
            <a:br/>
            <a:r>
              <a:t>• Complejidad Temporal Global: O(N * M) (Tiempo Cuadrático respecto a dimensiones fijas).</a:t>
            </a:r>
            <a:br/>
            <a:r>
              <a:t>  Para N = 10 estudiantes y M = 6 evaluaciones, el algoritmo realiza un total de 60 iteraciones por cada recorrido completo de la matriz, garantizando un rendimiento óptimo de tiempo lineal sobre el total de elementos (O(Total_Elementos)).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438</Words>
  <Application>Microsoft Office PowerPoint</Application>
  <PresentationFormat>Panorámica</PresentationFormat>
  <Paragraphs>69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Diego Alejandro Rudas Castaño</cp:lastModifiedBy>
  <cp:revision>2</cp:revision>
  <dcterms:created xsi:type="dcterms:W3CDTF">2013-01-27T09:14:16Z</dcterms:created>
  <dcterms:modified xsi:type="dcterms:W3CDTF">2026-10-03T04:12:09Z</dcterms:modified>
  <cp:category/>
</cp:coreProperties>
</file>