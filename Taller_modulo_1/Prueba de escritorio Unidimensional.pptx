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280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>
                <a:latin typeface="+mj-lt"/>
              </a:rPr>
              <a:t>a. Código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dirty="0"/>
              <a:t>void </a:t>
            </a:r>
            <a:r>
              <a:rPr dirty="0" err="1"/>
              <a:t>estadisticasArreglo</a:t>
            </a:r>
            <a:r>
              <a:rPr dirty="0"/>
              <a:t>(int </a:t>
            </a:r>
            <a:r>
              <a:rPr dirty="0" err="1"/>
              <a:t>arreglo</a:t>
            </a:r>
            <a:r>
              <a:rPr dirty="0"/>
              <a:t>[], int n) {</a:t>
            </a:r>
            <a:br>
              <a:rPr dirty="0"/>
            </a:br>
            <a:r>
              <a:rPr dirty="0"/>
              <a:t>    int mayor = </a:t>
            </a:r>
            <a:r>
              <a:rPr dirty="0" err="1"/>
              <a:t>arreglo</a:t>
            </a:r>
            <a:r>
              <a:rPr dirty="0"/>
              <a:t>[0], </a:t>
            </a:r>
            <a:r>
              <a:rPr dirty="0" err="1"/>
              <a:t>menor</a:t>
            </a:r>
            <a:r>
              <a:rPr dirty="0"/>
              <a:t> = </a:t>
            </a:r>
            <a:r>
              <a:rPr dirty="0" err="1"/>
              <a:t>arreglo</a:t>
            </a:r>
            <a:r>
              <a:rPr dirty="0"/>
              <a:t>[0];</a:t>
            </a:r>
            <a:br>
              <a:rPr dirty="0"/>
            </a:br>
            <a:r>
              <a:rPr dirty="0"/>
              <a:t>    int </a:t>
            </a:r>
            <a:r>
              <a:rPr dirty="0" err="1"/>
              <a:t>suma</a:t>
            </a:r>
            <a:r>
              <a:rPr dirty="0"/>
              <a:t> = 0, pares = 0, </a:t>
            </a:r>
            <a:r>
              <a:rPr dirty="0" err="1"/>
              <a:t>impares</a:t>
            </a:r>
            <a:r>
              <a:rPr dirty="0"/>
              <a:t> = 0, </a:t>
            </a:r>
            <a:r>
              <a:rPr dirty="0" err="1"/>
              <a:t>posicionMayor</a:t>
            </a:r>
            <a:r>
              <a:rPr dirty="0"/>
              <a:t> = 0;</a:t>
            </a:r>
            <a:br>
              <a:rPr dirty="0"/>
            </a:br>
            <a:br>
              <a:rPr dirty="0"/>
            </a:br>
            <a:r>
              <a:rPr dirty="0"/>
              <a:t>    for 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n; </a:t>
            </a:r>
            <a:r>
              <a:rPr dirty="0" err="1"/>
              <a:t>i</a:t>
            </a:r>
            <a:r>
              <a:rPr dirty="0"/>
              <a:t>++)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suma</a:t>
            </a:r>
            <a:r>
              <a:rPr dirty="0"/>
              <a:t> += </a:t>
            </a:r>
            <a:r>
              <a:rPr dirty="0" err="1"/>
              <a:t>arreglo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];</a:t>
            </a:r>
            <a:br>
              <a:rPr dirty="0"/>
            </a:br>
            <a:r>
              <a:rPr dirty="0"/>
              <a:t>        if (</a:t>
            </a:r>
            <a:r>
              <a:rPr dirty="0" err="1"/>
              <a:t>arreglo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 &gt; mayor) { mayor = </a:t>
            </a:r>
            <a:r>
              <a:rPr dirty="0" err="1"/>
              <a:t>arreglo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]; </a:t>
            </a:r>
            <a:r>
              <a:rPr dirty="0" err="1"/>
              <a:t>posicionMayor</a:t>
            </a:r>
            <a:r>
              <a:rPr dirty="0"/>
              <a:t> = </a:t>
            </a:r>
            <a:r>
              <a:rPr dirty="0" err="1"/>
              <a:t>i</a:t>
            </a:r>
            <a:r>
              <a:rPr dirty="0"/>
              <a:t>; }</a:t>
            </a:r>
            <a:br>
              <a:rPr dirty="0"/>
            </a:br>
            <a:r>
              <a:rPr dirty="0"/>
              <a:t>        if (</a:t>
            </a:r>
            <a:r>
              <a:rPr dirty="0" err="1"/>
              <a:t>arreglo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 &lt; </a:t>
            </a:r>
            <a:r>
              <a:rPr dirty="0" err="1"/>
              <a:t>menor</a:t>
            </a:r>
            <a:r>
              <a:rPr dirty="0"/>
              <a:t>) { </a:t>
            </a:r>
            <a:r>
              <a:rPr dirty="0" err="1"/>
              <a:t>menor</a:t>
            </a:r>
            <a:r>
              <a:rPr dirty="0"/>
              <a:t> = </a:t>
            </a:r>
            <a:r>
              <a:rPr dirty="0" err="1"/>
              <a:t>arreglo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]; }</a:t>
            </a:r>
            <a:br>
              <a:rPr dirty="0"/>
            </a:br>
            <a:r>
              <a:rPr dirty="0"/>
              <a:t>        if (</a:t>
            </a:r>
            <a:r>
              <a:rPr dirty="0" err="1"/>
              <a:t>arreglo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 % 2 == 0) pares++;</a:t>
            </a:r>
            <a:br>
              <a:rPr dirty="0"/>
            </a:br>
            <a:r>
              <a:rPr dirty="0"/>
              <a:t>        else </a:t>
            </a:r>
            <a:r>
              <a:rPr dirty="0" err="1"/>
              <a:t>impares</a:t>
            </a:r>
            <a:r>
              <a:rPr dirty="0"/>
              <a:t>++;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double </a:t>
            </a:r>
            <a:r>
              <a:rPr dirty="0" err="1"/>
              <a:t>promedio</a:t>
            </a:r>
            <a:r>
              <a:rPr dirty="0"/>
              <a:t> = (double)</a:t>
            </a:r>
            <a:r>
              <a:rPr dirty="0" err="1"/>
              <a:t>suma</a:t>
            </a:r>
            <a:r>
              <a:rPr dirty="0"/>
              <a:t> / n;</a:t>
            </a:r>
            <a:br>
              <a:rPr dirty="0"/>
            </a:br>
            <a:r>
              <a:rPr dirty="0"/>
              <a:t>    // </a:t>
            </a:r>
            <a:r>
              <a:rPr dirty="0" err="1"/>
              <a:t>Impresión</a:t>
            </a:r>
            <a:r>
              <a:rPr dirty="0"/>
              <a:t> de </a:t>
            </a:r>
            <a:r>
              <a:rPr dirty="0" err="1"/>
              <a:t>resultados</a:t>
            </a:r>
            <a:r>
              <a:rPr dirty="0"/>
              <a:t>...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b. Captura de la Ejecución por Consola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onsolas"/>
              </a:defRPr>
            </a:pPr>
            <a:r>
              <a:t>Ingrese la cantidad de numeros que desea ingresar en el arreglo: 5</a:t>
            </a:r>
            <a:br/>
            <a:r>
              <a:t>Ingrese los numeros del arreglo:</a:t>
            </a:r>
            <a:br/>
            <a:r>
              <a:t>Ingrese el numero 1: 12</a:t>
            </a:r>
            <a:br/>
            <a:r>
              <a:t>Ingrese el numero 2: 7</a:t>
            </a:r>
            <a:br/>
            <a:r>
              <a:t>Ingrese el numero 3: 25</a:t>
            </a:r>
            <a:br/>
            <a:r>
              <a:t>Ingrese el numero 4: 4</a:t>
            </a:r>
            <a:br/>
            <a:r>
              <a:t>Ingrese el numero 5: 18</a:t>
            </a:r>
            <a:br/>
            <a:br/>
            <a:r>
              <a:t>Arreglo ingresado: 12 7 25 4 18 </a:t>
            </a:r>
            <a:br/>
            <a:br/>
            <a:r>
              <a:t>1. Estadisticas del arreglo</a:t>
            </a:r>
            <a:br/>
            <a:r>
              <a:t>2. Buscando un numero en el arreglo</a:t>
            </a:r>
            <a:br/>
            <a:r>
              <a:t>Seleccione una opcion: 1</a:t>
            </a:r>
            <a:br/>
            <a:br/>
            <a:r>
              <a:t>--- Estadisticas del arreglo ---</a:t>
            </a:r>
            <a:br/>
            <a:r>
              <a:t>Elementos ingresados: 5</a:t>
            </a:r>
            <a:br/>
            <a:r>
              <a:t>Suma: 66 | Promedio: 13.2 | Mayor: 25 | Menor: 4</a:t>
            </a:r>
            <a:br/>
            <a:r>
              <a:t>Cantidad de numeros pares: 3 | Cantidad de numeros impares: 2</a:t>
            </a:r>
            <a:br/>
            <a:r>
              <a:t>Posicion del numero mayor: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c. Prueba de Escritorio (5 Datos)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Iteración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arreglo[i]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suma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mayor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posMayor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menor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Iteración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Iteración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Iteración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Iteración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Iteración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Resultado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d. Complejidad Temporal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Lectura de Datos (IngresarArreglo): O(N)</a:t>
            </a:r>
            <a:br/>
            <a:r>
              <a:t>  Recorre el arreglo una vez para ingresar los N elementos.</a:t>
            </a:r>
            <a:br/>
            <a:br/>
            <a:r>
              <a:t>• Cálculo de Estadísticas (estadisticasArreglo): O(N)</a:t>
            </a:r>
            <a:br/>
            <a:r>
              <a:t>  Itera en un solo ciclo for de 0 a N-1 ejecutando operaciones de tiempo constante O(1).</a:t>
            </a:r>
            <a:br/>
            <a:br/>
            <a:r>
              <a:t>• Búsqueda de Elemento (buscarNumero): O(N)</a:t>
            </a:r>
            <a:br/>
            <a:r>
              <a:t>  En el peor de los casos (elemento no encontrado o al final), realiza N comparaciones.</a:t>
            </a:r>
            <a:br/>
            <a:br/>
            <a:r>
              <a:t>• Complejidad Temporal Total del Algoritmo: O(N) (Lineal)</a:t>
            </a:r>
            <a:br/>
            <a:r>
              <a:t>  El tiempo de ejecución crece de manera directamente proporcional al tamaño N del arreglo.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524</Words>
  <Application>Microsoft Office PowerPoint</Application>
  <PresentationFormat>Panorámica</PresentationFormat>
  <Paragraphs>79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Alejandro Rudas Castaño</cp:lastModifiedBy>
  <cp:revision>2</cp:revision>
  <dcterms:created xsi:type="dcterms:W3CDTF">2013-01-27T09:14:16Z</dcterms:created>
  <dcterms:modified xsi:type="dcterms:W3CDTF">2026-10-03T03:58:35Z</dcterms:modified>
  <cp:category/>
</cp:coreProperties>
</file>