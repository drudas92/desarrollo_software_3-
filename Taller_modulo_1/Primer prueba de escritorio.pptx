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38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1979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+mj-lt"/>
              </a:rPr>
              <a:t>Prueba</a:t>
            </a:r>
            <a:r>
              <a:rPr dirty="0">
                <a:latin typeface="+mj-lt"/>
              </a:rPr>
              <a:t> de </a:t>
            </a:r>
            <a:r>
              <a:rPr dirty="0" err="1">
                <a:latin typeface="+mj-lt"/>
              </a:rPr>
              <a:t>escritorio</a:t>
            </a:r>
            <a:endParaRPr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30362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lang="en-US" dirty="0" err="1"/>
              <a:t>Codigo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C++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 dirty="0"/>
              <a:t>int </a:t>
            </a:r>
            <a:r>
              <a:rPr dirty="0" err="1"/>
              <a:t>datos</a:t>
            </a:r>
            <a:r>
              <a:rPr dirty="0"/>
              <a:t>[6] = {12, 7, 25, 18, 9, 30};</a:t>
            </a:r>
            <a:br>
              <a:rPr dirty="0"/>
            </a:br>
            <a:r>
              <a:rPr dirty="0" err="1"/>
              <a:t>datos</a:t>
            </a:r>
            <a:r>
              <a:rPr dirty="0"/>
              <a:t>[1] = 20;</a:t>
            </a:r>
            <a:br>
              <a:rPr dirty="0"/>
            </a:br>
            <a:r>
              <a:rPr dirty="0" err="1"/>
              <a:t>datos</a:t>
            </a:r>
            <a:r>
              <a:rPr dirty="0"/>
              <a:t>[4] = 15;</a:t>
            </a:r>
            <a:br>
              <a:rPr dirty="0"/>
            </a:br>
            <a:br>
              <a:rPr dirty="0"/>
            </a:b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6; </a:t>
            </a:r>
            <a:r>
              <a:rPr dirty="0" err="1"/>
              <a:t>i</a:t>
            </a:r>
            <a:r>
              <a:rPr dirty="0"/>
              <a:t>++){</a:t>
            </a:r>
            <a:br>
              <a:rPr dirty="0"/>
            </a:br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</a:t>
            </a:r>
            <a:r>
              <a:rPr dirty="0" err="1"/>
              <a:t>datos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 &lt;&lt; " ";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a. Arreglo inicialmente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5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931920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 dirty="0"/>
              <a:t>Los </a:t>
            </a:r>
            <a:r>
              <a:rPr lang="en-US" dirty="0"/>
              <a:t>i</a:t>
            </a:r>
            <a:r>
              <a:rPr dirty="0"/>
              <a:t>ndices</a:t>
            </a:r>
            <a:r>
              <a:rPr lang="en-US" dirty="0"/>
              <a:t> </a:t>
            </a:r>
            <a:r>
              <a:rPr dirty="0" err="1"/>
              <a:t>comienzan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7317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+mj-lt"/>
              </a:rPr>
              <a:t>b. Primera </a:t>
            </a:r>
            <a:r>
              <a:rPr dirty="0" err="1">
                <a:latin typeface="+mj-lt"/>
              </a:rPr>
              <a:t>modificación</a:t>
            </a:r>
            <a:endParaRPr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25983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 err="1"/>
              <a:t>datos</a:t>
            </a:r>
            <a:r>
              <a:rPr dirty="0"/>
              <a:t>[1] = 20;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87785"/>
              </p:ext>
            </p:extLst>
          </p:nvPr>
        </p:nvGraphicFramePr>
        <p:xfrm>
          <a:off x="731520" y="1371600"/>
          <a:ext cx="1069847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I</a:t>
                      </a:r>
                      <a:r>
                        <a:rPr sz="1800" b="1" dirty="0" err="1"/>
                        <a:t>ndice</a:t>
                      </a:r>
                      <a:endParaRPr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Después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 dirty="0"/>
              <a:t>El valor del </a:t>
            </a:r>
            <a:r>
              <a:rPr dirty="0" err="1"/>
              <a:t>índice</a:t>
            </a:r>
            <a:r>
              <a:rPr dirty="0"/>
              <a:t> 1 cambia de 7 a 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293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+mj-lt"/>
              </a:rPr>
              <a:t>b. Segunda </a:t>
            </a:r>
            <a:r>
              <a:rPr dirty="0" err="1">
                <a:latin typeface="+mj-lt"/>
              </a:rPr>
              <a:t>modificaci</a:t>
            </a:r>
            <a:r>
              <a:rPr lang="en-US" dirty="0" err="1">
                <a:latin typeface="+mj-lt"/>
              </a:rPr>
              <a:t>o</a:t>
            </a:r>
            <a:r>
              <a:rPr dirty="0" err="1">
                <a:latin typeface="+mj-lt"/>
              </a:rPr>
              <a:t>n</a:t>
            </a:r>
            <a:endParaRPr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25983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 err="1"/>
              <a:t>datos</a:t>
            </a:r>
            <a:r>
              <a:rPr dirty="0"/>
              <a:t>[4] = 15;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916268"/>
              </p:ext>
            </p:extLst>
          </p:nvPr>
        </p:nvGraphicFramePr>
        <p:xfrm>
          <a:off x="731520" y="1371600"/>
          <a:ext cx="1069847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I</a:t>
                      </a:r>
                      <a:r>
                        <a:rPr sz="1800" b="1" dirty="0" err="1"/>
                        <a:t>ndice</a:t>
                      </a:r>
                      <a:endParaRPr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Después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 dirty="0"/>
              <a:t>El valor del </a:t>
            </a:r>
            <a:r>
              <a:rPr lang="en-US" dirty="0" err="1"/>
              <a:t>i</a:t>
            </a:r>
            <a:r>
              <a:rPr dirty="0" err="1"/>
              <a:t>ndice</a:t>
            </a:r>
            <a:r>
              <a:rPr dirty="0"/>
              <a:t> 4 cambia de 9 a 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0534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+mj-lt"/>
              </a:rPr>
              <a:t>Prueba</a:t>
            </a:r>
            <a:r>
              <a:rPr dirty="0">
                <a:latin typeface="+mj-lt"/>
              </a:rPr>
              <a:t> del </a:t>
            </a:r>
            <a:r>
              <a:rPr dirty="0" err="1">
                <a:latin typeface="+mj-lt"/>
              </a:rPr>
              <a:t>ciclo</a:t>
            </a:r>
            <a:r>
              <a:rPr dirty="0">
                <a:latin typeface="+mj-lt"/>
              </a:rPr>
              <a:t>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6; </a:t>
            </a:r>
            <a:r>
              <a:rPr dirty="0" err="1"/>
              <a:t>i</a:t>
            </a:r>
            <a:r>
              <a:rPr dirty="0"/>
              <a:t>++)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91705"/>
              </p:ext>
            </p:extLst>
          </p:nvPr>
        </p:nvGraphicFramePr>
        <p:xfrm>
          <a:off x="320040" y="1737360"/>
          <a:ext cx="11521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/>
                        <a:t>Iteraci</a:t>
                      </a:r>
                      <a:r>
                        <a:rPr lang="en-US" sz="1300" b="1" dirty="0" err="1"/>
                        <a:t>o</a:t>
                      </a:r>
                      <a:r>
                        <a:rPr sz="1300" b="1" dirty="0" err="1"/>
                        <a:t>n</a:t>
                      </a:r>
                      <a:endParaRPr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/>
                        <a:t>¿</a:t>
                      </a:r>
                      <a:r>
                        <a:rPr sz="1300" b="1" dirty="0" err="1"/>
                        <a:t>i</a:t>
                      </a:r>
                      <a:r>
                        <a:rPr sz="1300" b="1" dirty="0"/>
                        <a:t> &lt; 6?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datos[i]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i++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True</a:t>
                      </a:r>
                      <a:endParaRPr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datos[0] =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/>
                        <a:t>True</a:t>
                      </a:r>
                    </a:p>
                    <a:p>
                      <a:pPr algn="ctr"/>
                      <a:endParaRPr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datos[1] =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datos[2]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datos[3] =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datos[4]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datos[5] 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False</a:t>
                      </a:r>
                      <a:endParaRPr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1507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+mj-lt"/>
              </a:rPr>
              <a:t>Salida del </a:t>
            </a:r>
            <a:r>
              <a:rPr dirty="0" err="1">
                <a:latin typeface="+mj-lt"/>
              </a:rPr>
              <a:t>programa</a:t>
            </a:r>
            <a:endParaRPr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032909"/>
            <a:ext cx="40560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latin typeface="Consolas"/>
              </a:defRPr>
            </a:pPr>
            <a:r>
              <a:rPr dirty="0"/>
              <a:t>12 20 25 18 15 30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09689"/>
            <a:ext cx="36844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s-CO" dirty="0"/>
              <a:t>Número de ejecuciones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359881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dirty="0"/>
              <a:t>El </a:t>
            </a:r>
            <a:r>
              <a:rPr dirty="0" err="1"/>
              <a:t>ciclo</a:t>
            </a:r>
            <a:r>
              <a:rPr dirty="0"/>
              <a:t> se </a:t>
            </a:r>
            <a:r>
              <a:rPr dirty="0" err="1"/>
              <a:t>ejecuta</a:t>
            </a:r>
            <a:r>
              <a:rPr dirty="0"/>
              <a:t> 6 </a:t>
            </a:r>
            <a:r>
              <a:rPr dirty="0" err="1"/>
              <a:t>veces</a:t>
            </a:r>
            <a:r>
              <a:rPr dirty="0"/>
              <a:t>: </a:t>
            </a:r>
            <a:r>
              <a:rPr dirty="0" err="1"/>
              <a:t>i</a:t>
            </a:r>
            <a:r>
              <a:rPr dirty="0"/>
              <a:t> = 0, 1, 2, 3, 4,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6648" y="5464628"/>
            <a:ext cx="71497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/>
            </a:pP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a 6, la </a:t>
            </a:r>
            <a:r>
              <a:rPr dirty="0" err="1"/>
              <a:t>condición</a:t>
            </a:r>
            <a:r>
              <a:rPr dirty="0"/>
              <a:t> 6 &lt; 6 es falsa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termina.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e. Complejidad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1554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>
                <a:latin typeface="Consolas"/>
              </a:defRPr>
            </a:pPr>
            <a:r>
              <a:t>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El ciclo recorre cada elemento del arreglo una vez.</a:t>
            </a:r>
          </a:p>
          <a:p>
            <a:pPr algn="ctr">
              <a:defRPr sz="2200"/>
            </a:pPr>
            <a:r>
              <a:t>Por eso, si hay n elementos, el recorrido tarda O(n).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375</Words>
  <Application>Microsoft Office PowerPoint</Application>
  <PresentationFormat>Panorámica</PresentationFormat>
  <Paragraphs>126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Alejandro Rudas Castaño</dc:creator>
  <cp:keywords/>
  <dc:description>generated using python-pptx</dc:description>
  <cp:lastModifiedBy>Diego Alejandro Rudas Castaño</cp:lastModifiedBy>
  <cp:revision>2</cp:revision>
  <dcterms:created xsi:type="dcterms:W3CDTF">2013-01-27T09:14:16Z</dcterms:created>
  <dcterms:modified xsi:type="dcterms:W3CDTF">2026-10-02T15:57:48Z</dcterms:modified>
  <cp:category/>
</cp:coreProperties>
</file>