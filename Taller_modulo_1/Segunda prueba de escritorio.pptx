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1979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+mj-lt"/>
              </a:rPr>
              <a:t>Prueba</a:t>
            </a:r>
            <a:r>
              <a:rPr dirty="0">
                <a:latin typeface="+mj-lt"/>
              </a:rPr>
              <a:t> de </a:t>
            </a:r>
            <a:r>
              <a:rPr dirty="0" err="1">
                <a:latin typeface="+mj-lt"/>
              </a:rPr>
              <a:t>escritorio</a:t>
            </a:r>
            <a:endParaRPr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31522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dirty="0" err="1"/>
              <a:t>Búsqueda</a:t>
            </a:r>
            <a:r>
              <a:rPr dirty="0"/>
              <a:t> de un valor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arreglo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05568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Consolas"/>
              </a:defRPr>
            </a:pPr>
            <a:r>
              <a:rPr dirty="0"/>
              <a:t>int </a:t>
            </a:r>
            <a:r>
              <a:rPr dirty="0" err="1"/>
              <a:t>datos</a:t>
            </a:r>
            <a:r>
              <a:rPr dirty="0"/>
              <a:t>[8] = {15, 8, 23, 42, 4, 16, 9, 31};</a:t>
            </a:r>
            <a:br>
              <a:rPr dirty="0"/>
            </a:br>
            <a:r>
              <a:rPr dirty="0"/>
              <a:t>int </a:t>
            </a:r>
            <a:r>
              <a:rPr dirty="0" err="1"/>
              <a:t>buscar</a:t>
            </a:r>
            <a:r>
              <a:rPr dirty="0"/>
              <a:t> = 16;</a:t>
            </a:r>
            <a:br>
              <a:rPr dirty="0"/>
            </a:br>
            <a:r>
              <a:rPr dirty="0"/>
              <a:t>bool </a:t>
            </a:r>
            <a:r>
              <a:rPr dirty="0" err="1"/>
              <a:t>encontrado</a:t>
            </a:r>
            <a:r>
              <a:rPr dirty="0"/>
              <a:t> = false;</a:t>
            </a:r>
            <a:br>
              <a:rPr dirty="0"/>
            </a:br>
            <a:r>
              <a:rPr dirty="0"/>
              <a:t>int </a:t>
            </a:r>
            <a:r>
              <a:rPr dirty="0" err="1"/>
              <a:t>posicion</a:t>
            </a:r>
            <a:r>
              <a:rPr dirty="0"/>
              <a:t> = -1;</a:t>
            </a:r>
            <a:br>
              <a:rPr dirty="0"/>
            </a:br>
            <a:br>
              <a:rPr dirty="0"/>
            </a:b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8; </a:t>
            </a:r>
            <a:r>
              <a:rPr dirty="0" err="1"/>
              <a:t>i</a:t>
            </a:r>
            <a:r>
              <a:rPr dirty="0"/>
              <a:t>++){</a:t>
            </a:r>
            <a:br>
              <a:rPr dirty="0"/>
            </a:br>
            <a:r>
              <a:rPr dirty="0"/>
              <a:t>    if(</a:t>
            </a:r>
            <a:r>
              <a:rPr dirty="0" err="1"/>
              <a:t>datos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 == </a:t>
            </a:r>
            <a:r>
              <a:rPr dirty="0" err="1"/>
              <a:t>buscar</a:t>
            </a:r>
            <a:r>
              <a:rPr dirty="0"/>
              <a:t>){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encontrado</a:t>
            </a:r>
            <a:r>
              <a:rPr dirty="0"/>
              <a:t> = true;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posicion</a:t>
            </a:r>
            <a:r>
              <a:rPr dirty="0"/>
              <a:t> = </a:t>
            </a:r>
            <a:r>
              <a:rPr dirty="0" err="1"/>
              <a:t>i</a:t>
            </a:r>
            <a:r>
              <a:rPr dirty="0"/>
              <a:t>;</a:t>
            </a:r>
            <a:br>
              <a:rPr dirty="0"/>
            </a:br>
            <a:r>
              <a:rPr dirty="0"/>
              <a:t>        break;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100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/>
              <a:t>Como </a:t>
            </a:r>
            <a:r>
              <a:rPr lang="en-US" dirty="0" err="1"/>
              <a:t>inicia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arreglo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rPr dirty="0"/>
              <a:t>Valor que se </a:t>
            </a:r>
            <a:r>
              <a:rPr dirty="0" err="1"/>
              <a:t>busca</a:t>
            </a:r>
            <a:r>
              <a:rPr dirty="0"/>
              <a:t>: </a:t>
            </a:r>
            <a:r>
              <a:rPr dirty="0" err="1"/>
              <a:t>buscar</a:t>
            </a:r>
            <a:r>
              <a:rPr dirty="0"/>
              <a:t> =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6393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Tabla de prueba de escritorio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2816"/>
              </p:ext>
            </p:extLst>
          </p:nvPr>
        </p:nvGraphicFramePr>
        <p:xfrm>
          <a:off x="1021083" y="1070241"/>
          <a:ext cx="1014983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Iteraci</a:t>
                      </a:r>
                      <a:r>
                        <a:rPr lang="en-US" sz="1200" b="1" dirty="0" err="1"/>
                        <a:t>o</a:t>
                      </a:r>
                      <a:r>
                        <a:rPr sz="1200" b="1" dirty="0" err="1"/>
                        <a:t>n</a:t>
                      </a:r>
                      <a:endParaRPr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datos[i]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buscar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¿Son iguales?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encontrado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i</a:t>
                      </a:r>
                      <a:endParaRPr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5505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+mj-lt"/>
              </a:rPr>
              <a:t>¿</a:t>
            </a:r>
            <a:r>
              <a:rPr dirty="0" err="1">
                <a:latin typeface="+mj-lt"/>
              </a:rPr>
              <a:t>Qué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ocurre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cuando</a:t>
            </a:r>
            <a:r>
              <a:rPr dirty="0">
                <a:latin typeface="+mj-lt"/>
              </a:rPr>
              <a:t> se </a:t>
            </a:r>
            <a:r>
              <a:rPr dirty="0" err="1">
                <a:latin typeface="+mj-lt"/>
              </a:rPr>
              <a:t>encuentra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el</a:t>
            </a:r>
            <a:r>
              <a:rPr dirty="0">
                <a:latin typeface="+mj-lt"/>
              </a:rPr>
              <a:t> valor?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3746538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latin typeface="Consolas"/>
              </a:defRPr>
            </a:pPr>
            <a:r>
              <a:rPr dirty="0" err="1"/>
              <a:t>datos</a:t>
            </a:r>
            <a:r>
              <a:rPr dirty="0"/>
              <a:t>[5] == </a:t>
            </a:r>
            <a:r>
              <a:rPr dirty="0" err="1"/>
              <a:t>buscar</a:t>
            </a:r>
            <a:br>
              <a:rPr dirty="0"/>
            </a:br>
            <a:r>
              <a:rPr dirty="0"/>
              <a:t>16 == 16  →  </a:t>
            </a:r>
            <a:r>
              <a:rPr dirty="0" err="1"/>
              <a:t>verdadero</a:t>
            </a:r>
            <a:br>
              <a:rPr dirty="0"/>
            </a:br>
            <a:br>
              <a:rPr dirty="0"/>
            </a:br>
            <a:r>
              <a:rPr dirty="0" err="1"/>
              <a:t>encontrado</a:t>
            </a:r>
            <a:r>
              <a:rPr dirty="0"/>
              <a:t> = true;</a:t>
            </a:r>
            <a:br>
              <a:rPr dirty="0"/>
            </a:br>
            <a:r>
              <a:rPr dirty="0" err="1"/>
              <a:t>posicion</a:t>
            </a:r>
            <a:r>
              <a:rPr dirty="0"/>
              <a:t> = 5;</a:t>
            </a:r>
            <a:br>
              <a:rPr dirty="0"/>
            </a:br>
            <a:r>
              <a:rPr dirty="0"/>
              <a:t>break;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23228"/>
            <a:ext cx="6550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El break detiene inmediatamente el ciclo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98258"/>
            <a:ext cx="531200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/>
            </a:pPr>
            <a:r>
              <a:rPr dirty="0"/>
              <a:t>Por </a:t>
            </a:r>
            <a:r>
              <a:rPr dirty="0" err="1"/>
              <a:t>eso</a:t>
            </a:r>
            <a:r>
              <a:rPr dirty="0"/>
              <a:t> no se </a:t>
            </a:r>
            <a:r>
              <a:rPr dirty="0" err="1"/>
              <a:t>revisan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índices</a:t>
            </a:r>
            <a:r>
              <a:rPr dirty="0"/>
              <a:t> 6 y 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3910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+mj-lt"/>
              </a:rPr>
              <a:t>a. ¿En </a:t>
            </a:r>
            <a:r>
              <a:rPr dirty="0" err="1">
                <a:latin typeface="+mj-lt"/>
              </a:rPr>
              <a:t>qué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posición</a:t>
            </a:r>
            <a:r>
              <a:rPr dirty="0">
                <a:latin typeface="+mj-lt"/>
              </a:rPr>
              <a:t> se </a:t>
            </a:r>
            <a:r>
              <a:rPr dirty="0" err="1">
                <a:latin typeface="+mj-lt"/>
              </a:rPr>
              <a:t>encuentra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el</a:t>
            </a:r>
            <a:r>
              <a:rPr dirty="0">
                <a:latin typeface="+mj-lt"/>
              </a:rPr>
              <a:t> valor?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91047" y="1711269"/>
            <a:ext cx="6209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>
                <a:latin typeface="+mj-lt"/>
              </a:rPr>
              <a:t>El valor 16 se </a:t>
            </a:r>
            <a:r>
              <a:rPr dirty="0" err="1">
                <a:latin typeface="+mj-lt"/>
              </a:rPr>
              <a:t>encuentra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en</a:t>
            </a:r>
            <a:r>
              <a:rPr dirty="0">
                <a:latin typeface="+mj-lt"/>
              </a:rPr>
              <a:t> la </a:t>
            </a:r>
            <a:r>
              <a:rPr dirty="0" err="1">
                <a:latin typeface="+mj-lt"/>
              </a:rPr>
              <a:t>posición</a:t>
            </a:r>
            <a:r>
              <a:rPr dirty="0">
                <a:latin typeface="+mj-lt"/>
              </a:rPr>
              <a:t> 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02118"/>
              </p:ext>
            </p:extLst>
          </p:nvPr>
        </p:nvGraphicFramePr>
        <p:xfrm>
          <a:off x="2077555" y="3055651"/>
          <a:ext cx="8321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b. ¿Cuántas comparaciones se realizaron?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Se realizaron 6 comparaciones.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98520" y="3079463"/>
            <a:ext cx="53644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/>
            </a:pPr>
            <a:r>
              <a:rPr dirty="0"/>
              <a:t>15</a:t>
            </a:r>
            <a:r>
              <a:rPr lang="en-US" dirty="0"/>
              <a:t>!=</a:t>
            </a:r>
            <a:r>
              <a:rPr dirty="0"/>
              <a:t>16, </a:t>
            </a:r>
            <a:r>
              <a:rPr lang="es-CO" dirty="0"/>
              <a:t>8!=</a:t>
            </a:r>
            <a:r>
              <a:rPr dirty="0"/>
              <a:t>16, 23</a:t>
            </a:r>
            <a:r>
              <a:rPr lang="es-CO" dirty="0"/>
              <a:t> != </a:t>
            </a:r>
            <a:r>
              <a:rPr dirty="0"/>
              <a:t>16, 42</a:t>
            </a:r>
            <a:r>
              <a:rPr lang="es-CO" dirty="0"/>
              <a:t> != </a:t>
            </a:r>
            <a:r>
              <a:rPr dirty="0"/>
              <a:t>16, 4</a:t>
            </a:r>
            <a:r>
              <a:rPr lang="es-CO" dirty="0"/>
              <a:t> != </a:t>
            </a:r>
            <a:r>
              <a:rPr dirty="0"/>
              <a:t>16, 16</a:t>
            </a:r>
            <a:r>
              <a:rPr lang="es-CO" dirty="0"/>
              <a:t> != </a:t>
            </a:r>
            <a:r>
              <a:rPr dirty="0"/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/>
            </a:pPr>
            <a:r>
              <a:t>La búsqueda se detiene en la sexta comparación gracias a break.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9082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+mj-lt"/>
              </a:rPr>
              <a:t>c. ¿</a:t>
            </a:r>
            <a:r>
              <a:rPr dirty="0" err="1">
                <a:latin typeface="+mj-lt"/>
              </a:rPr>
              <a:t>Qué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ocurriría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buscar</a:t>
            </a:r>
            <a:r>
              <a:rPr dirty="0">
                <a:latin typeface="+mj-lt"/>
              </a:rPr>
              <a:t> = 50?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80160"/>
            <a:ext cx="2018501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Consolas"/>
              </a:defRPr>
            </a:pPr>
            <a:r>
              <a:rPr dirty="0" err="1"/>
              <a:t>buscar</a:t>
            </a:r>
            <a:r>
              <a:rPr dirty="0"/>
              <a:t> = 50;</a:t>
            </a:r>
            <a:br>
              <a:rPr dirty="0"/>
            </a:br>
            <a:br>
              <a:rPr dirty="0"/>
            </a:br>
            <a:r>
              <a:rPr dirty="0"/>
              <a:t>15 == 50 → No</a:t>
            </a:r>
            <a:br>
              <a:rPr dirty="0"/>
            </a:br>
            <a:r>
              <a:rPr dirty="0"/>
              <a:t>8  == 50 → No</a:t>
            </a:r>
            <a:br>
              <a:rPr dirty="0"/>
            </a:br>
            <a:r>
              <a:rPr dirty="0"/>
              <a:t>23 == 50 → No</a:t>
            </a:r>
            <a:br>
              <a:rPr dirty="0"/>
            </a:br>
            <a:r>
              <a:rPr dirty="0"/>
              <a:t>42 == 50 → No</a:t>
            </a:r>
            <a:br>
              <a:rPr dirty="0"/>
            </a:br>
            <a:r>
              <a:rPr dirty="0"/>
              <a:t>4  == 50 → No</a:t>
            </a:r>
            <a:br>
              <a:rPr dirty="0"/>
            </a:br>
            <a:r>
              <a:rPr dirty="0"/>
              <a:t>16 == 50 → No</a:t>
            </a:r>
            <a:br>
              <a:rPr dirty="0"/>
            </a:br>
            <a:r>
              <a:rPr dirty="0"/>
              <a:t>9  == 50 → No</a:t>
            </a:r>
            <a:br>
              <a:rPr dirty="0"/>
            </a:br>
            <a:r>
              <a:rPr dirty="0"/>
              <a:t>31 == 50 →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/>
            </a:pPr>
            <a:r>
              <a:t>Se revisarían los 8 elementos. No se ejecutaría break.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/>
            </a:pPr>
            <a:r>
              <a:t>Resultado: encontrado = false y posicion = -1.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d. Complejidad en el peor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1554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latin typeface="Consolas"/>
              </a:defRPr>
            </a:pPr>
            <a:r>
              <a:t>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/>
            </a:pPr>
            <a:r>
              <a:t>En el peor caso, el valor no está en el arreglo o aparece al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/>
            </a:pPr>
            <a:r>
              <a:t>Por lo tanto, se deben comparar hasta n elementos.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Complejidad temporal: O(n)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455</Words>
  <Application>Microsoft Office PowerPoint</Application>
  <PresentationFormat>Panorámica</PresentationFormat>
  <Paragraphs>99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Alejandro Rudas Castaño</dc:creator>
  <cp:keywords/>
  <dc:description>generated using python-pptx</dc:description>
  <cp:lastModifiedBy>Diego Alejandro Rudas Castaño</cp:lastModifiedBy>
  <cp:revision>2</cp:revision>
  <dcterms:created xsi:type="dcterms:W3CDTF">2013-01-27T09:14:16Z</dcterms:created>
  <dcterms:modified xsi:type="dcterms:W3CDTF">2026-10-02T17:24:58Z</dcterms:modified>
  <cp:category/>
</cp:coreProperties>
</file>