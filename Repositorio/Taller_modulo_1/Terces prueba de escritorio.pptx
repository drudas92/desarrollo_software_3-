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1979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rPr dirty="0" err="1">
                <a:latin typeface="+mj-lt"/>
              </a:rPr>
              <a:t>Prueba</a:t>
            </a:r>
            <a:r>
              <a:rPr dirty="0">
                <a:latin typeface="+mj-lt"/>
              </a:rPr>
              <a:t> de </a:t>
            </a:r>
            <a:r>
              <a:rPr dirty="0" err="1">
                <a:latin typeface="+mj-lt"/>
              </a:rPr>
              <a:t>escritorio</a:t>
            </a:r>
            <a:endParaRPr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5589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Calibri"/>
              </a:defRPr>
            </a:pPr>
            <a:r>
              <a:rPr dirty="0" err="1"/>
              <a:t>Matriz</a:t>
            </a:r>
            <a:r>
              <a:rPr dirty="0"/>
              <a:t> 3 × 3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alibri"/>
              </a:defRPr>
            </a:pPr>
            <a:r>
              <a:rPr dirty="0"/>
              <a:t>int </a:t>
            </a:r>
            <a:r>
              <a:rPr dirty="0" err="1"/>
              <a:t>matriz</a:t>
            </a:r>
            <a:r>
              <a:rPr dirty="0"/>
              <a:t>[3][3] = {</a:t>
            </a:r>
            <a:br>
              <a:rPr dirty="0"/>
            </a:br>
            <a:r>
              <a:rPr dirty="0"/>
              <a:t>    {2, 4, 6},</a:t>
            </a:r>
            <a:br>
              <a:rPr dirty="0"/>
            </a:br>
            <a:r>
              <a:rPr dirty="0"/>
              <a:t>    {1, 3, 5},</a:t>
            </a:r>
            <a:br>
              <a:rPr dirty="0"/>
            </a:br>
            <a:r>
              <a:rPr dirty="0"/>
              <a:t>    {7, 8, 9}</a:t>
            </a:r>
            <a:br>
              <a:rPr dirty="0"/>
            </a:br>
            <a:r>
              <a:rPr dirty="0"/>
              <a:t>};</a:t>
            </a:r>
            <a:br>
              <a:rPr dirty="0"/>
            </a:br>
            <a:r>
              <a:rPr dirty="0"/>
              <a:t>int </a:t>
            </a:r>
            <a:r>
              <a:rPr dirty="0" err="1"/>
              <a:t>suma</a:t>
            </a:r>
            <a:r>
              <a:rPr dirty="0"/>
              <a:t> = 0;</a:t>
            </a:r>
            <a:br>
              <a:rPr dirty="0"/>
            </a:br>
            <a:r>
              <a:rPr dirty="0"/>
              <a:t>for(int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3; </a:t>
            </a:r>
            <a:r>
              <a:rPr dirty="0" err="1"/>
              <a:t>i</a:t>
            </a:r>
            <a:r>
              <a:rPr dirty="0"/>
              <a:t>++){</a:t>
            </a:r>
            <a:br>
              <a:rPr dirty="0"/>
            </a:br>
            <a:r>
              <a:rPr dirty="0"/>
              <a:t>    for(int j = 0; j &lt; 3; </a:t>
            </a:r>
            <a:r>
              <a:rPr dirty="0" err="1"/>
              <a:t>j++</a:t>
            </a:r>
            <a:r>
              <a:rPr dirty="0"/>
              <a:t>){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suma</a:t>
            </a:r>
            <a:r>
              <a:rPr dirty="0"/>
              <a:t> += </a:t>
            </a:r>
            <a:r>
              <a:rPr dirty="0" err="1"/>
              <a:t>matriz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][j];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r>
              <a:rPr dirty="0" err="1"/>
              <a:t>cout</a:t>
            </a:r>
            <a:r>
              <a:rPr dirty="0"/>
              <a:t> &lt;&lt; </a:t>
            </a:r>
            <a:r>
              <a:rPr dirty="0" err="1"/>
              <a:t>suma</a:t>
            </a:r>
            <a:r>
              <a:rPr dirty="0"/>
              <a:t>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1129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rPr dirty="0" err="1">
                <a:latin typeface="+mj-lt"/>
              </a:rPr>
              <a:t>Matriz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inicia</a:t>
            </a:r>
            <a:r>
              <a:rPr lang="en-US" dirty="0" err="1">
                <a:latin typeface="+mj-lt"/>
              </a:rPr>
              <a:t>l</a:t>
            </a:r>
            <a:endParaRPr dirty="0">
              <a:latin typeface="+mj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20240" y="1417320"/>
          <a:ext cx="83210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Calibri"/>
                        </a:rPr>
                        <a:t>j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Calibri"/>
                        </a:rPr>
                        <a:t>j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Calibri"/>
                        </a:rPr>
                        <a:t>j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Calibri"/>
                        </a:rPr>
                        <a:t>i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Calibri"/>
                        </a:rPr>
                        <a:t>i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Calibri"/>
                        </a:rPr>
                        <a:t>i 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dirty="0"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861947" y="4389120"/>
            <a:ext cx="44376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latin typeface="Calibri"/>
              </a:defRPr>
            </a:pPr>
            <a:r>
              <a:rPr dirty="0"/>
              <a:t>La </a:t>
            </a:r>
            <a:r>
              <a:rPr dirty="0" err="1"/>
              <a:t>matriz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3 </a:t>
            </a:r>
            <a:r>
              <a:rPr dirty="0" err="1"/>
              <a:t>filas</a:t>
            </a:r>
            <a:r>
              <a:rPr dirty="0"/>
              <a:t> (</a:t>
            </a:r>
            <a:r>
              <a:rPr dirty="0" err="1"/>
              <a:t>i</a:t>
            </a:r>
            <a:r>
              <a:rPr dirty="0"/>
              <a:t>) y 3 </a:t>
            </a:r>
            <a:r>
              <a:rPr dirty="0" err="1"/>
              <a:t>columnas</a:t>
            </a:r>
            <a:r>
              <a:rPr dirty="0"/>
              <a:t> (j).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suma comienza en 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42591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rPr dirty="0"/>
              <a:t>a. </a:t>
            </a:r>
            <a:r>
              <a:rPr lang="en-US" dirty="0"/>
              <a:t>&amp;</a:t>
            </a:r>
            <a:r>
              <a:rPr dirty="0"/>
              <a:t> b. </a:t>
            </a:r>
            <a:r>
              <a:rPr dirty="0" err="1"/>
              <a:t>Prueba</a:t>
            </a:r>
            <a:r>
              <a:rPr dirty="0"/>
              <a:t> de </a:t>
            </a:r>
            <a:r>
              <a:rPr dirty="0" err="1"/>
              <a:t>escritorio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34440"/>
          <a:ext cx="116128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920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Calibri"/>
                        </a:rPr>
                        <a:t>Iteración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Calibri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Calibri"/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Calibri"/>
                        </a:rPr>
                        <a:t>matriz[i][j]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Calibri"/>
                        </a:rPr>
                        <a:t>Operación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Calibri"/>
                        </a:rPr>
                        <a:t>suma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0 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 + 4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6 + 6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12 + 1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13 + 3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16 + 5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21 + 7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28 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36 + 9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t>¿Cómo avanzan los ciclos?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latin typeface="Calibri"/>
              </a:defRPr>
            </a:pPr>
            <a:r>
              <a:t>Primera fila: i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latin typeface="Calibri"/>
              </a:defRPr>
            </a:pPr>
            <a:r>
              <a:t>j: 0 → 1 → 2  |  suma: 0 → 2 → 6 →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latin typeface="Calibri"/>
              </a:defRPr>
            </a:pPr>
            <a:r>
              <a:t>Segunda fila: 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latin typeface="Calibri"/>
              </a:defRPr>
            </a:pPr>
            <a:r>
              <a:t>j vuelve a 0 → 1 → 2  |  suma: 12 → 13 → 16 →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latin typeface="Calibri"/>
              </a:defRPr>
            </a:pPr>
            <a:r>
              <a:t>Tercera fila: i =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00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latin typeface="Calibri"/>
              </a:defRPr>
            </a:pPr>
            <a:r>
              <a:t>j vuelve a 0 → 1 → 2  |  suma: 21 → 28 → 36 →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t>c. Valor final de suma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Calibri"/>
              </a:defRPr>
            </a:pPr>
            <a:r>
              <a:t>suma =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Calibri"/>
              </a:defRPr>
            </a:pPr>
            <a:r>
              <a:t>2 + 4 + 6 + 1 + 3 + 5 + 7 + 8 + 9 =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latin typeface="Calibri"/>
              </a:defRPr>
            </a:pPr>
            <a:r>
              <a:rPr dirty="0"/>
              <a:t>Por lo tanto, </a:t>
            </a:r>
            <a:r>
              <a:rPr dirty="0" err="1"/>
              <a:t>cout</a:t>
            </a:r>
            <a:r>
              <a:rPr dirty="0"/>
              <a:t> &lt;&lt; </a:t>
            </a:r>
            <a:r>
              <a:rPr dirty="0" err="1"/>
              <a:t>suma</a:t>
            </a:r>
            <a:r>
              <a:rPr dirty="0"/>
              <a:t>; </a:t>
            </a:r>
            <a:r>
              <a:rPr lang="es-CO" dirty="0"/>
              <a:t>imprime</a:t>
            </a:r>
            <a:r>
              <a:rPr dirty="0"/>
              <a:t> 45.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t>d. ¿Cuántas veces se ejecuta la suma?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Calibri"/>
              </a:defRPr>
            </a:pPr>
            <a:r>
              <a:t>La instrucción se ejecuta 9 veces.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latin typeface="Calibri"/>
              </a:defRPr>
            </a:pPr>
            <a:r>
              <a:t>El ciclo exterior tiene 3 iteraciones.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latin typeface="Calibri"/>
              </a:defRPr>
            </a:pPr>
            <a:r>
              <a:t>Por cada una, el ciclo interior tiene 3 iteraciones.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Calibri"/>
              </a:defRPr>
            </a:pPr>
            <a:r>
              <a:t>3 × 3 =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t>e. Complejidad del algoritmo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417320"/>
            <a:ext cx="3931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latin typeface="Calibri"/>
              </a:defRPr>
            </a:pPr>
            <a:r>
              <a:t>O(n²)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latin typeface="Calibri"/>
              </a:defRPr>
            </a:pPr>
            <a:r>
              <a:t>Hay dos ciclos for anidados.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latin typeface="Calibri"/>
              </a:defRPr>
            </a:pPr>
            <a:r>
              <a:t>Si una matriz tiene n filas y n columnas, se realizan n × n operaciones.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latin typeface="Calibri"/>
              </a:defRPr>
            </a:pPr>
            <a:r>
              <a:t>Complejidad temporal: O(n²)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435</Words>
  <Application>Microsoft Office PowerPoint</Application>
  <PresentationFormat>Panorámica</PresentationFormat>
  <Paragraphs>103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Diego Alejandro Rudas Castaño</dc:creator>
  <cp:keywords/>
  <dc:description>generated using python-pptx</dc:description>
  <cp:lastModifiedBy>Diego Alejandro Rudas Castaño</cp:lastModifiedBy>
  <cp:revision>2</cp:revision>
  <dcterms:created xsi:type="dcterms:W3CDTF">2013-01-27T09:14:16Z</dcterms:created>
  <dcterms:modified xsi:type="dcterms:W3CDTF">2026-10-02T17:34:01Z</dcterms:modified>
  <cp:category/>
</cp:coreProperties>
</file>